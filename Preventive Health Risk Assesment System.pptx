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59" r:id="rId5"/>
    <p:sldId id="287" r:id="rId6"/>
    <p:sldId id="288" r:id="rId7"/>
    <p:sldId id="278" r:id="rId8"/>
    <p:sldId id="273" r:id="rId9"/>
    <p:sldId id="262" r:id="rId10"/>
    <p:sldId id="281" r:id="rId11"/>
    <p:sldId id="279" r:id="rId12"/>
    <p:sldId id="285" r:id="rId13"/>
    <p:sldId id="280" r:id="rId14"/>
    <p:sldId id="277"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7AA78274-F908-906D-30B8-02717F7468DA}"/>
    <pc:docChg chg="modSld">
      <pc:chgData name="Yogesh Raje" userId="S::yogesh@edunetfoundation.org::9e0ba697-e1dc-452b-989f-11655901edb1" providerId="AD" clId="Web-{7AA78274-F908-906D-30B8-02717F7468DA}" dt="2026-01-15T05:22:26.930" v="15" actId="20577"/>
      <pc:docMkLst>
        <pc:docMk/>
      </pc:docMkLst>
      <pc:sldChg chg="modSp">
        <pc:chgData name="Yogesh Raje" userId="S::yogesh@edunetfoundation.org::9e0ba697-e1dc-452b-989f-11655901edb1" providerId="AD" clId="Web-{7AA78274-F908-906D-30B8-02717F7468DA}" dt="2026-01-15T05:22:26.930" v="15" actId="20577"/>
        <pc:sldMkLst>
          <pc:docMk/>
          <pc:sldMk cId="957564641" sldId="283"/>
        </pc:sldMkLst>
        <pc:spChg chg="mod">
          <ac:chgData name="Yogesh Raje" userId="S::yogesh@edunetfoundation.org::9e0ba697-e1dc-452b-989f-11655901edb1" providerId="AD" clId="Web-{7AA78274-F908-906D-30B8-02717F7468DA}" dt="2026-01-15T05:22:24.774" v="14" actId="1076"/>
          <ac:spMkLst>
            <pc:docMk/>
            <pc:sldMk cId="957564641" sldId="283"/>
            <ac:spMk id="2" creationId="{9AF97BF8-B3EC-77A2-9BFD-D66830272D56}"/>
          </ac:spMkLst>
        </pc:spChg>
        <pc:spChg chg="mod">
          <ac:chgData name="Yogesh Raje" userId="S::yogesh@edunetfoundation.org::9e0ba697-e1dc-452b-989f-11655901edb1" providerId="AD" clId="Web-{7AA78274-F908-906D-30B8-02717F7468DA}" dt="2026-01-15T05:22:26.930" v="15" actId="20577"/>
          <ac:spMkLst>
            <pc:docMk/>
            <pc:sldMk cId="957564641" sldId="283"/>
            <ac:spMk id="3" creationId="{FFAB85A1-2169-FF43-3E91-E2E8ADA742FF}"/>
          </ac:spMkLst>
        </pc:spChg>
      </pc:sldChg>
    </pc:docChg>
  </pc:docChgLst>
  <pc:docChgLst>
    <pc:chgData name="Thoufiq Z" userId="S::thoufiqz@edunetfoundation.org::83fa815d-fc3a-4272-b584-16b68fbcd8b9" providerId="AD" clId="Web-{392FB351-EFB2-ADE2-BBDC-DA8A76A84AAE}"/>
    <pc:docChg chg="modSld">
      <pc:chgData name="Thoufiq Z" userId="S::thoufiqz@edunetfoundation.org::83fa815d-fc3a-4272-b584-16b68fbcd8b9" providerId="AD" clId="Web-{392FB351-EFB2-ADE2-BBDC-DA8A76A84AAE}" dt="2026-01-22T06:07:07.605" v="0" actId="1076"/>
      <pc:docMkLst>
        <pc:docMk/>
      </pc:docMkLst>
      <pc:sldChg chg="modSp">
        <pc:chgData name="Thoufiq Z" userId="S::thoufiqz@edunetfoundation.org::83fa815d-fc3a-4272-b584-16b68fbcd8b9" providerId="AD" clId="Web-{392FB351-EFB2-ADE2-BBDC-DA8A76A84AAE}" dt="2026-01-22T06:07:07.605" v="0" actId="1076"/>
        <pc:sldMkLst>
          <pc:docMk/>
          <pc:sldMk cId="2772501912" sldId="279"/>
        </pc:sldMkLst>
        <pc:picChg chg="mod">
          <ac:chgData name="Thoufiq Z" userId="S::thoufiqz@edunetfoundation.org::83fa815d-fc3a-4272-b584-16b68fbcd8b9" providerId="AD" clId="Web-{392FB351-EFB2-ADE2-BBDC-DA8A76A84AAE}" dt="2026-01-22T06:07:07.605" v="0" actId="1076"/>
          <ac:picMkLst>
            <pc:docMk/>
            <pc:sldMk cId="2772501912" sldId="279"/>
            <ac:picMk id="3" creationId="{11BF3590-52D3-DC9D-2C84-E66D9597D77D}"/>
          </ac:picMkLst>
        </pc:picChg>
      </pc:sldChg>
    </pc:docChg>
  </pc:docChgLst>
  <pc:docChgLst>
    <pc:chgData name="Guest User" userId="S::urn:spo:tenantanon#ad06ef22-d6dc-4a55-b4c1-c3a158f5f147::" providerId="AD" clId="Web-{696493C2-F961-AE6C-C78A-A3E397BAC3D1}"/>
    <pc:docChg chg="addSld delSld modSld sldOrd">
      <pc:chgData name="Guest User" userId="S::urn:spo:tenantanon#ad06ef22-d6dc-4a55-b4c1-c3a158f5f147::" providerId="AD" clId="Web-{696493C2-F961-AE6C-C78A-A3E397BAC3D1}" dt="2026-01-24T07:12:45.064" v="42" actId="1076"/>
      <pc:docMkLst>
        <pc:docMk/>
      </pc:docMkLst>
      <pc:sldChg chg="addSp modSp">
        <pc:chgData name="Guest User" userId="S::urn:spo:tenantanon#ad06ef22-d6dc-4a55-b4c1-c3a158f5f147::" providerId="AD" clId="Web-{696493C2-F961-AE6C-C78A-A3E397BAC3D1}" dt="2026-01-24T07:12:45.064" v="42" actId="1076"/>
        <pc:sldMkLst>
          <pc:docMk/>
          <pc:sldMk cId="0" sldId="257"/>
        </pc:sldMkLst>
        <pc:picChg chg="add mod">
          <ac:chgData name="Guest User" userId="S::urn:spo:tenantanon#ad06ef22-d6dc-4a55-b4c1-c3a158f5f147::" providerId="AD" clId="Web-{696493C2-F961-AE6C-C78A-A3E397BAC3D1}" dt="2026-01-24T07:12:45.064" v="42" actId="1076"/>
          <ac:picMkLst>
            <pc:docMk/>
            <pc:sldMk cId="0" sldId="257"/>
            <ac:picMk id="2" creationId="{330C9D4A-B972-85E9-7C58-A77163220759}"/>
          </ac:picMkLst>
        </pc:picChg>
        <pc:picChg chg="mod">
          <ac:chgData name="Guest User" userId="S::urn:spo:tenantanon#ad06ef22-d6dc-4a55-b4c1-c3a158f5f147::" providerId="AD" clId="Web-{696493C2-F961-AE6C-C78A-A3E397BAC3D1}" dt="2026-01-24T07:12:38.471" v="40" actId="1076"/>
          <ac:picMkLst>
            <pc:docMk/>
            <pc:sldMk cId="0" sldId="257"/>
            <ac:picMk id="98" creationId="{00000000-0000-0000-0000-000000000000}"/>
          </ac:picMkLst>
        </pc:picChg>
      </pc:sldChg>
      <pc:sldChg chg="del">
        <pc:chgData name="Guest User" userId="S::urn:spo:tenantanon#ad06ef22-d6dc-4a55-b4c1-c3a158f5f147::" providerId="AD" clId="Web-{696493C2-F961-AE6C-C78A-A3E397BAC3D1}" dt="2026-01-24T07:11:10.355" v="30"/>
        <pc:sldMkLst>
          <pc:docMk/>
          <pc:sldMk cId="0" sldId="260"/>
        </pc:sldMkLst>
      </pc:sldChg>
      <pc:sldChg chg="modSp">
        <pc:chgData name="Guest User" userId="S::urn:spo:tenantanon#ad06ef22-d6dc-4a55-b4c1-c3a158f5f147::" providerId="AD" clId="Web-{696493C2-F961-AE6C-C78A-A3E397BAC3D1}" dt="2026-01-24T07:12:27.846" v="39" actId="20577"/>
        <pc:sldMkLst>
          <pc:docMk/>
          <pc:sldMk cId="0" sldId="262"/>
        </pc:sldMkLst>
        <pc:spChg chg="mod">
          <ac:chgData name="Guest User" userId="S::urn:spo:tenantanon#ad06ef22-d6dc-4a55-b4c1-c3a158f5f147::" providerId="AD" clId="Web-{696493C2-F961-AE6C-C78A-A3E397BAC3D1}" dt="2026-01-24T07:12:27.846" v="39" actId="20577"/>
          <ac:spMkLst>
            <pc:docMk/>
            <pc:sldMk cId="0" sldId="262"/>
            <ac:spMk id="179" creationId="{00000000-0000-0000-0000-000000000000}"/>
          </ac:spMkLst>
        </pc:spChg>
      </pc:sldChg>
      <pc:sldChg chg="del">
        <pc:chgData name="Guest User" userId="S::urn:spo:tenantanon#ad06ef22-d6dc-4a55-b4c1-c3a158f5f147::" providerId="AD" clId="Web-{696493C2-F961-AE6C-C78A-A3E397BAC3D1}" dt="2026-01-24T07:09:11.881" v="10"/>
        <pc:sldMkLst>
          <pc:docMk/>
          <pc:sldMk cId="0" sldId="264"/>
        </pc:sldMkLst>
      </pc:sldChg>
      <pc:sldChg chg="ord">
        <pc:chgData name="Guest User" userId="S::urn:spo:tenantanon#ad06ef22-d6dc-4a55-b4c1-c3a158f5f147::" providerId="AD" clId="Web-{696493C2-F961-AE6C-C78A-A3E397BAC3D1}" dt="2026-01-24T07:10:35.495" v="28"/>
        <pc:sldMkLst>
          <pc:docMk/>
          <pc:sldMk cId="3764405840" sldId="278"/>
        </pc:sldMkLst>
      </pc:sldChg>
      <pc:sldChg chg="addSp modSp ord">
        <pc:chgData name="Guest User" userId="S::urn:spo:tenantanon#ad06ef22-d6dc-4a55-b4c1-c3a158f5f147::" providerId="AD" clId="Web-{696493C2-F961-AE6C-C78A-A3E397BAC3D1}" dt="2026-01-24T07:08:56.974" v="9"/>
        <pc:sldMkLst>
          <pc:docMk/>
          <pc:sldMk cId="2772501912" sldId="279"/>
        </pc:sldMkLst>
        <pc:spChg chg="add mod">
          <ac:chgData name="Guest User" userId="S::urn:spo:tenantanon#ad06ef22-d6dc-4a55-b4c1-c3a158f5f147::" providerId="AD" clId="Web-{696493C2-F961-AE6C-C78A-A3E397BAC3D1}" dt="2026-01-24T07:08:48.974" v="8" actId="20577"/>
          <ac:spMkLst>
            <pc:docMk/>
            <pc:sldMk cId="2772501912" sldId="279"/>
            <ac:spMk id="2" creationId="{48079FEC-4447-C4FA-64A4-CB532564DAF6}"/>
          </ac:spMkLst>
        </pc:spChg>
      </pc:sldChg>
      <pc:sldChg chg="ord">
        <pc:chgData name="Guest User" userId="S::urn:spo:tenantanon#ad06ef22-d6dc-4a55-b4c1-c3a158f5f147::" providerId="AD" clId="Web-{696493C2-F961-AE6C-C78A-A3E397BAC3D1}" dt="2026-01-24T07:10:52.089" v="29"/>
        <pc:sldMkLst>
          <pc:docMk/>
          <pc:sldMk cId="328526394" sldId="281"/>
        </pc:sldMkLst>
      </pc:sldChg>
      <pc:sldChg chg="modSp add replId">
        <pc:chgData name="Guest User" userId="S::urn:spo:tenantanon#ad06ef22-d6dc-4a55-b4c1-c3a158f5f147::" providerId="AD" clId="Web-{696493C2-F961-AE6C-C78A-A3E397BAC3D1}" dt="2026-01-24T07:09:33.068" v="20" actId="20577"/>
        <pc:sldMkLst>
          <pc:docMk/>
          <pc:sldMk cId="795043773" sldId="284"/>
        </pc:sldMkLst>
        <pc:spChg chg="mod">
          <ac:chgData name="Guest User" userId="S::urn:spo:tenantanon#ad06ef22-d6dc-4a55-b4c1-c3a158f5f147::" providerId="AD" clId="Web-{696493C2-F961-AE6C-C78A-A3E397BAC3D1}" dt="2026-01-24T07:09:33.068" v="20" actId="20577"/>
          <ac:spMkLst>
            <pc:docMk/>
            <pc:sldMk cId="795043773" sldId="284"/>
            <ac:spMk id="2" creationId="{DD23FCBA-FC00-378F-C117-12DC1F4FD6E0}"/>
          </ac:spMkLst>
        </pc:spChg>
      </pc:sldChg>
      <pc:sldChg chg="modSp add replId">
        <pc:chgData name="Guest User" userId="S::urn:spo:tenantanon#ad06ef22-d6dc-4a55-b4c1-c3a158f5f147::" providerId="AD" clId="Web-{696493C2-F961-AE6C-C78A-A3E397BAC3D1}" dt="2026-01-24T07:09:48.006" v="22" actId="20577"/>
        <pc:sldMkLst>
          <pc:docMk/>
          <pc:sldMk cId="1135684311" sldId="285"/>
        </pc:sldMkLst>
        <pc:spChg chg="mod">
          <ac:chgData name="Guest User" userId="S::urn:spo:tenantanon#ad06ef22-d6dc-4a55-b4c1-c3a158f5f147::" providerId="AD" clId="Web-{696493C2-F961-AE6C-C78A-A3E397BAC3D1}" dt="2026-01-24T07:09:48.006" v="22" actId="20577"/>
          <ac:spMkLst>
            <pc:docMk/>
            <pc:sldMk cId="1135684311" sldId="285"/>
            <ac:spMk id="2" creationId="{6FFE5FD7-2292-570F-1397-1E9287F8CB9D}"/>
          </ac:spMkLst>
        </pc:spChg>
      </pc:sldChg>
      <pc:sldChg chg="modSp add replId">
        <pc:chgData name="Guest User" userId="S::urn:spo:tenantanon#ad06ef22-d6dc-4a55-b4c1-c3a158f5f147::" providerId="AD" clId="Web-{696493C2-F961-AE6C-C78A-A3E397BAC3D1}" dt="2026-01-24T07:09:56.521" v="25" actId="20577"/>
        <pc:sldMkLst>
          <pc:docMk/>
          <pc:sldMk cId="1138841112" sldId="286"/>
        </pc:sldMkLst>
        <pc:spChg chg="mod">
          <ac:chgData name="Guest User" userId="S::urn:spo:tenantanon#ad06ef22-d6dc-4a55-b4c1-c3a158f5f147::" providerId="AD" clId="Web-{696493C2-F961-AE6C-C78A-A3E397BAC3D1}" dt="2026-01-24T07:09:56.521" v="25" actId="20577"/>
          <ac:spMkLst>
            <pc:docMk/>
            <pc:sldMk cId="1138841112" sldId="286"/>
            <ac:spMk id="2" creationId="{CF9D04B6-7646-B3BF-9A84-684A467FADAB}"/>
          </ac:spMkLst>
        </pc:spChg>
      </pc:sldChg>
    </pc:docChg>
  </pc:docChgLst>
  <pc:docChgLst>
    <pc:chgData name="Yogesh Raje" userId="S::yogesh@edunetfoundation.org::9e0ba697-e1dc-452b-989f-11655901edb1" providerId="AD" clId="Web-{857E11F3-F11C-6843-C73E-27677A40A984}"/>
    <pc:docChg chg="addSld delSld modSld sldOrd">
      <pc:chgData name="Yogesh Raje" userId="S::yogesh@edunetfoundation.org::9e0ba697-e1dc-452b-989f-11655901edb1" providerId="AD" clId="Web-{857E11F3-F11C-6843-C73E-27677A40A984}" dt="2026-01-24T07:27:35.250" v="160" actId="20577"/>
      <pc:docMkLst>
        <pc:docMk/>
      </pc:docMkLst>
      <pc:sldChg chg="addSp">
        <pc:chgData name="Yogesh Raje" userId="S::yogesh@edunetfoundation.org::9e0ba697-e1dc-452b-989f-11655901edb1" providerId="AD" clId="Web-{857E11F3-F11C-6843-C73E-27677A40A984}" dt="2026-01-24T07:25:33.140" v="128"/>
        <pc:sldMkLst>
          <pc:docMk/>
          <pc:sldMk cId="0" sldId="257"/>
        </pc:sldMkLst>
        <pc:picChg chg="add">
          <ac:chgData name="Yogesh Raje" userId="S::yogesh@edunetfoundation.org::9e0ba697-e1dc-452b-989f-11655901edb1" providerId="AD" clId="Web-{857E11F3-F11C-6843-C73E-27677A40A984}" dt="2026-01-24T07:25:33.140" v="128"/>
          <ac:picMkLst>
            <pc:docMk/>
            <pc:sldMk cId="0" sldId="257"/>
            <ac:picMk id="4" creationId="{93071BE8-5070-42BA-3450-6F0039B8532C}"/>
          </ac:picMkLst>
        </pc:picChg>
      </pc:sldChg>
      <pc:sldChg chg="addSp delSp modSp">
        <pc:chgData name="Yogesh Raje" userId="S::yogesh@edunetfoundation.org::9e0ba697-e1dc-452b-989f-11655901edb1" providerId="AD" clId="Web-{857E11F3-F11C-6843-C73E-27677A40A984}" dt="2026-01-24T07:25:39.546" v="130"/>
        <pc:sldMkLst>
          <pc:docMk/>
          <pc:sldMk cId="0" sldId="259"/>
        </pc:sldMkLst>
        <pc:spChg chg="add mod">
          <ac:chgData name="Yogesh Raje" userId="S::yogesh@edunetfoundation.org::9e0ba697-e1dc-452b-989f-11655901edb1" providerId="AD" clId="Web-{857E11F3-F11C-6843-C73E-27677A40A984}" dt="2026-01-24T07:17:44.196" v="33" actId="20577"/>
          <ac:spMkLst>
            <pc:docMk/>
            <pc:sldMk cId="0" sldId="259"/>
            <ac:spMk id="3" creationId="{2F548320-B634-92CD-C520-43B25557F859}"/>
          </ac:spMkLst>
        </pc:spChg>
        <pc:picChg chg="add">
          <ac:chgData name="Yogesh Raje" userId="S::yogesh@edunetfoundation.org::9e0ba697-e1dc-452b-989f-11655901edb1" providerId="AD" clId="Web-{857E11F3-F11C-6843-C73E-27677A40A984}" dt="2026-01-24T07:25:39.546" v="130"/>
          <ac:picMkLst>
            <pc:docMk/>
            <pc:sldMk cId="0" sldId="259"/>
            <ac:picMk id="5" creationId="{68EE1157-422B-2DEC-F7BF-0A06B973C983}"/>
          </ac:picMkLst>
        </pc:picChg>
        <pc:picChg chg="del">
          <ac:chgData name="Yogesh Raje" userId="S::yogesh@edunetfoundation.org::9e0ba697-e1dc-452b-989f-11655901edb1" providerId="AD" clId="Web-{857E11F3-F11C-6843-C73E-27677A40A984}" dt="2026-01-24T07:16:16.991" v="16"/>
          <ac:picMkLst>
            <pc:docMk/>
            <pc:sldMk cId="0" sldId="259"/>
            <ac:picMk id="115" creationId="{00000000-0000-0000-0000-000000000000}"/>
          </ac:picMkLst>
        </pc:picChg>
      </pc:sldChg>
      <pc:sldChg chg="addSp modSp">
        <pc:chgData name="Yogesh Raje" userId="S::yogesh@edunetfoundation.org::9e0ba697-e1dc-452b-989f-11655901edb1" providerId="AD" clId="Web-{857E11F3-F11C-6843-C73E-27677A40A984}" dt="2026-01-24T07:25:59.343" v="136" actId="14100"/>
        <pc:sldMkLst>
          <pc:docMk/>
          <pc:sldMk cId="0" sldId="262"/>
        </pc:sldMkLst>
        <pc:spChg chg="mod">
          <ac:chgData name="Yogesh Raje" userId="S::yogesh@edunetfoundation.org::9e0ba697-e1dc-452b-989f-11655901edb1" providerId="AD" clId="Web-{857E11F3-F11C-6843-C73E-27677A40A984}" dt="2026-01-24T07:19:31.666" v="54" actId="1076"/>
          <ac:spMkLst>
            <pc:docMk/>
            <pc:sldMk cId="0" sldId="262"/>
            <ac:spMk id="179" creationId="{00000000-0000-0000-0000-000000000000}"/>
          </ac:spMkLst>
        </pc:spChg>
        <pc:picChg chg="add">
          <ac:chgData name="Yogesh Raje" userId="S::yogesh@edunetfoundation.org::9e0ba697-e1dc-452b-989f-11655901edb1" providerId="AD" clId="Web-{857E11F3-F11C-6843-C73E-27677A40A984}" dt="2026-01-24T07:25:54.453" v="135"/>
          <ac:picMkLst>
            <pc:docMk/>
            <pc:sldMk cId="0" sldId="262"/>
            <ac:picMk id="3" creationId="{13F004CF-732B-B365-E320-17AD7B82A8D0}"/>
          </ac:picMkLst>
        </pc:picChg>
        <pc:picChg chg="mod">
          <ac:chgData name="Yogesh Raje" userId="S::yogesh@edunetfoundation.org::9e0ba697-e1dc-452b-989f-11655901edb1" providerId="AD" clId="Web-{857E11F3-F11C-6843-C73E-27677A40A984}" dt="2026-01-24T07:25:59.343" v="136" actId="14100"/>
          <ac:picMkLst>
            <pc:docMk/>
            <pc:sldMk cId="0" sldId="262"/>
            <ac:picMk id="178" creationId="{00000000-0000-0000-0000-000000000000}"/>
          </ac:picMkLst>
        </pc:picChg>
      </pc:sldChg>
      <pc:sldChg chg="addSp delSp modSp ord">
        <pc:chgData name="Yogesh Raje" userId="S::yogesh@edunetfoundation.org::9e0ba697-e1dc-452b-989f-11655901edb1" providerId="AD" clId="Web-{857E11F3-F11C-6843-C73E-27677A40A984}" dt="2026-01-24T07:25:51.687" v="134"/>
        <pc:sldMkLst>
          <pc:docMk/>
          <pc:sldMk cId="0" sldId="273"/>
        </pc:sldMkLst>
        <pc:spChg chg="mod">
          <ac:chgData name="Yogesh Raje" userId="S::yogesh@edunetfoundation.org::9e0ba697-e1dc-452b-989f-11655901edb1" providerId="AD" clId="Web-{857E11F3-F11C-6843-C73E-27677A40A984}" dt="2026-01-24T07:21:46.793" v="105" actId="1076"/>
          <ac:spMkLst>
            <pc:docMk/>
            <pc:sldMk cId="0" sldId="273"/>
            <ac:spMk id="279" creationId="{00000000-0000-0000-0000-000000000000}"/>
          </ac:spMkLst>
        </pc:spChg>
        <pc:spChg chg="mod">
          <ac:chgData name="Yogesh Raje" userId="S::yogesh@edunetfoundation.org::9e0ba697-e1dc-452b-989f-11655901edb1" providerId="AD" clId="Web-{857E11F3-F11C-6843-C73E-27677A40A984}" dt="2026-01-24T07:21:49.153" v="106" actId="1076"/>
          <ac:spMkLst>
            <pc:docMk/>
            <pc:sldMk cId="0" sldId="273"/>
            <ac:spMk id="280" creationId="{00000000-0000-0000-0000-000000000000}"/>
          </ac:spMkLst>
        </pc:spChg>
        <pc:spChg chg="mod">
          <ac:chgData name="Yogesh Raje" userId="S::yogesh@edunetfoundation.org::9e0ba697-e1dc-452b-989f-11655901edb1" providerId="AD" clId="Web-{857E11F3-F11C-6843-C73E-27677A40A984}" dt="2026-01-24T07:21:52.246" v="107" actId="1076"/>
          <ac:spMkLst>
            <pc:docMk/>
            <pc:sldMk cId="0" sldId="273"/>
            <ac:spMk id="281" creationId="{00000000-0000-0000-0000-000000000000}"/>
          </ac:spMkLst>
        </pc:spChg>
        <pc:spChg chg="del mod">
          <ac:chgData name="Yogesh Raje" userId="S::yogesh@edunetfoundation.org::9e0ba697-e1dc-452b-989f-11655901edb1" providerId="AD" clId="Web-{857E11F3-F11C-6843-C73E-27677A40A984}" dt="2026-01-24T07:22:01.356" v="109"/>
          <ac:spMkLst>
            <pc:docMk/>
            <pc:sldMk cId="0" sldId="273"/>
            <ac:spMk id="282" creationId="{00000000-0000-0000-0000-000000000000}"/>
          </ac:spMkLst>
        </pc:spChg>
        <pc:picChg chg="add">
          <ac:chgData name="Yogesh Raje" userId="S::yogesh@edunetfoundation.org::9e0ba697-e1dc-452b-989f-11655901edb1" providerId="AD" clId="Web-{857E11F3-F11C-6843-C73E-27677A40A984}" dt="2026-01-24T07:25:51.687" v="134"/>
          <ac:picMkLst>
            <pc:docMk/>
            <pc:sldMk cId="0" sldId="273"/>
            <ac:picMk id="3" creationId="{676BD740-4294-408A-9014-7C75E9F50954}"/>
          </ac:picMkLst>
        </pc:picChg>
      </pc:sldChg>
      <pc:sldChg chg="addSp">
        <pc:chgData name="Yogesh Raje" userId="S::yogesh@edunetfoundation.org::9e0ba697-e1dc-452b-989f-11655901edb1" providerId="AD" clId="Web-{857E11F3-F11C-6843-C73E-27677A40A984}" dt="2026-01-24T07:26:14.625" v="144"/>
        <pc:sldMkLst>
          <pc:docMk/>
          <pc:sldMk cId="0" sldId="276"/>
        </pc:sldMkLst>
        <pc:picChg chg="add">
          <ac:chgData name="Yogesh Raje" userId="S::yogesh@edunetfoundation.org::9e0ba697-e1dc-452b-989f-11655901edb1" providerId="AD" clId="Web-{857E11F3-F11C-6843-C73E-27677A40A984}" dt="2026-01-24T07:26:14.625" v="144"/>
          <ac:picMkLst>
            <pc:docMk/>
            <pc:sldMk cId="0" sldId="276"/>
            <ac:picMk id="3" creationId="{BA9DDD0D-7A91-1E4E-00BA-F7FF05ABF76F}"/>
          </ac:picMkLst>
        </pc:picChg>
      </pc:sldChg>
      <pc:sldChg chg="addSp ord">
        <pc:chgData name="Yogesh Raje" userId="S::yogesh@edunetfoundation.org::9e0ba697-e1dc-452b-989f-11655901edb1" providerId="AD" clId="Web-{857E11F3-F11C-6843-C73E-27677A40A984}" dt="2026-01-24T07:26:13.031" v="143"/>
        <pc:sldMkLst>
          <pc:docMk/>
          <pc:sldMk cId="2115484872" sldId="277"/>
        </pc:sldMkLst>
        <pc:picChg chg="add">
          <ac:chgData name="Yogesh Raje" userId="S::yogesh@edunetfoundation.org::9e0ba697-e1dc-452b-989f-11655901edb1" providerId="AD" clId="Web-{857E11F3-F11C-6843-C73E-27677A40A984}" dt="2026-01-24T07:26:13.031" v="143"/>
          <ac:picMkLst>
            <pc:docMk/>
            <pc:sldMk cId="2115484872" sldId="277"/>
            <ac:picMk id="3" creationId="{B8925A06-F7F9-F25E-EBB3-1891B33446BF}"/>
          </ac:picMkLst>
        </pc:picChg>
      </pc:sldChg>
      <pc:sldChg chg="addSp">
        <pc:chgData name="Yogesh Raje" userId="S::yogesh@edunetfoundation.org::9e0ba697-e1dc-452b-989f-11655901edb1" providerId="AD" clId="Web-{857E11F3-F11C-6843-C73E-27677A40A984}" dt="2026-01-24T07:25:48.437" v="133"/>
        <pc:sldMkLst>
          <pc:docMk/>
          <pc:sldMk cId="3764405840" sldId="278"/>
        </pc:sldMkLst>
        <pc:picChg chg="add">
          <ac:chgData name="Yogesh Raje" userId="S::yogesh@edunetfoundation.org::9e0ba697-e1dc-452b-989f-11655901edb1" providerId="AD" clId="Web-{857E11F3-F11C-6843-C73E-27677A40A984}" dt="2026-01-24T07:25:48.437" v="133"/>
          <ac:picMkLst>
            <pc:docMk/>
            <pc:sldMk cId="3764405840" sldId="278"/>
            <ac:picMk id="5" creationId="{BD72C005-E1BD-D1EA-4A68-50937DBCE5A8}"/>
          </ac:picMkLst>
        </pc:picChg>
      </pc:sldChg>
      <pc:sldChg chg="addSp delSp modSp ord">
        <pc:chgData name="Yogesh Raje" userId="S::yogesh@edunetfoundation.org::9e0ba697-e1dc-452b-989f-11655901edb1" providerId="AD" clId="Web-{857E11F3-F11C-6843-C73E-27677A40A984}" dt="2026-01-24T07:26:03.906" v="138"/>
        <pc:sldMkLst>
          <pc:docMk/>
          <pc:sldMk cId="2772501912" sldId="279"/>
        </pc:sldMkLst>
        <pc:spChg chg="mod">
          <ac:chgData name="Yogesh Raje" userId="S::yogesh@edunetfoundation.org::9e0ba697-e1dc-452b-989f-11655901edb1" providerId="AD" clId="Web-{857E11F3-F11C-6843-C73E-27677A40A984}" dt="2026-01-24T07:20:31.261" v="73" actId="1076"/>
          <ac:spMkLst>
            <pc:docMk/>
            <pc:sldMk cId="2772501912" sldId="279"/>
            <ac:spMk id="2" creationId="{48079FEC-4447-C4FA-64A4-CB532564DAF6}"/>
          </ac:spMkLst>
        </pc:spChg>
        <pc:spChg chg="del mod">
          <ac:chgData name="Yogesh Raje" userId="S::yogesh@edunetfoundation.org::9e0ba697-e1dc-452b-989f-11655901edb1" providerId="AD" clId="Web-{857E11F3-F11C-6843-C73E-27677A40A984}" dt="2026-01-24T07:23:04.044" v="121"/>
          <ac:spMkLst>
            <pc:docMk/>
            <pc:sldMk cId="2772501912" sldId="279"/>
            <ac:spMk id="179" creationId="{B44D301C-393F-354F-3E88-518CAEB33CE6}"/>
          </ac:spMkLst>
        </pc:spChg>
        <pc:picChg chg="mod">
          <ac:chgData name="Yogesh Raje" userId="S::yogesh@edunetfoundation.org::9e0ba697-e1dc-452b-989f-11655901edb1" providerId="AD" clId="Web-{857E11F3-F11C-6843-C73E-27677A40A984}" dt="2026-01-24T07:22:57.528" v="119" actId="1076"/>
          <ac:picMkLst>
            <pc:docMk/>
            <pc:sldMk cId="2772501912" sldId="279"/>
            <ac:picMk id="3" creationId="{11BF3590-52D3-DC9D-2C84-E66D9597D77D}"/>
          </ac:picMkLst>
        </pc:picChg>
        <pc:picChg chg="add">
          <ac:chgData name="Yogesh Raje" userId="S::yogesh@edunetfoundation.org::9e0ba697-e1dc-452b-989f-11655901edb1" providerId="AD" clId="Web-{857E11F3-F11C-6843-C73E-27677A40A984}" dt="2026-01-24T07:26:03.906" v="138"/>
          <ac:picMkLst>
            <pc:docMk/>
            <pc:sldMk cId="2772501912" sldId="279"/>
            <ac:picMk id="5" creationId="{073ADE60-811A-97E9-24FE-F2F7F61FA469}"/>
          </ac:picMkLst>
        </pc:picChg>
      </pc:sldChg>
      <pc:sldChg chg="addSp">
        <pc:chgData name="Yogesh Raje" userId="S::yogesh@edunetfoundation.org::9e0ba697-e1dc-452b-989f-11655901edb1" providerId="AD" clId="Web-{857E11F3-F11C-6843-C73E-27677A40A984}" dt="2026-01-24T07:26:11.156" v="142"/>
        <pc:sldMkLst>
          <pc:docMk/>
          <pc:sldMk cId="2136706720" sldId="280"/>
        </pc:sldMkLst>
        <pc:picChg chg="add">
          <ac:chgData name="Yogesh Raje" userId="S::yogesh@edunetfoundation.org::9e0ba697-e1dc-452b-989f-11655901edb1" providerId="AD" clId="Web-{857E11F3-F11C-6843-C73E-27677A40A984}" dt="2026-01-24T07:26:11.156" v="142"/>
          <ac:picMkLst>
            <pc:docMk/>
            <pc:sldMk cId="2136706720" sldId="280"/>
            <ac:picMk id="3" creationId="{B96DCFED-2C83-7A17-CDB2-A4F4D4BBD1D5}"/>
          </ac:picMkLst>
        </pc:picChg>
      </pc:sldChg>
      <pc:sldChg chg="addSp modSp ord">
        <pc:chgData name="Yogesh Raje" userId="S::yogesh@edunetfoundation.org::9e0ba697-e1dc-452b-989f-11655901edb1" providerId="AD" clId="Web-{857E11F3-F11C-6843-C73E-27677A40A984}" dt="2026-01-24T07:26:01.437" v="137"/>
        <pc:sldMkLst>
          <pc:docMk/>
          <pc:sldMk cId="328526394" sldId="281"/>
        </pc:sldMkLst>
        <pc:spChg chg="mod">
          <ac:chgData name="Yogesh Raje" userId="S::yogesh@edunetfoundation.org::9e0ba697-e1dc-452b-989f-11655901edb1" providerId="AD" clId="Web-{857E11F3-F11C-6843-C73E-27677A40A984}" dt="2026-01-24T07:19:49.417" v="58" actId="20577"/>
          <ac:spMkLst>
            <pc:docMk/>
            <pc:sldMk cId="328526394" sldId="281"/>
            <ac:spMk id="135" creationId="{2A145802-2DD3-EEBA-7D44-210C05B98C91}"/>
          </ac:spMkLst>
        </pc:spChg>
        <pc:picChg chg="add">
          <ac:chgData name="Yogesh Raje" userId="S::yogesh@edunetfoundation.org::9e0ba697-e1dc-452b-989f-11655901edb1" providerId="AD" clId="Web-{857E11F3-F11C-6843-C73E-27677A40A984}" dt="2026-01-24T07:26:01.437" v="137"/>
          <ac:picMkLst>
            <pc:docMk/>
            <pc:sldMk cId="328526394" sldId="281"/>
            <ac:picMk id="4" creationId="{F55A7959-9FC6-1DAE-7A47-36165450EF19}"/>
          </ac:picMkLst>
        </pc:picChg>
      </pc:sldChg>
      <pc:sldChg chg="addSp delSp modSp">
        <pc:chgData name="Yogesh Raje" userId="S::yogesh@edunetfoundation.org::9e0ba697-e1dc-452b-989f-11655901edb1" providerId="AD" clId="Web-{857E11F3-F11C-6843-C73E-27677A40A984}" dt="2026-01-24T07:25:36.312" v="129"/>
        <pc:sldMkLst>
          <pc:docMk/>
          <pc:sldMk cId="2952584201" sldId="282"/>
        </pc:sldMkLst>
        <pc:spChg chg="add mod">
          <ac:chgData name="Yogesh Raje" userId="S::yogesh@edunetfoundation.org::9e0ba697-e1dc-452b-989f-11655901edb1" providerId="AD" clId="Web-{857E11F3-F11C-6843-C73E-27677A40A984}" dt="2026-01-24T07:18:16.009" v="45" actId="1076"/>
          <ac:spMkLst>
            <pc:docMk/>
            <pc:sldMk cId="2952584201" sldId="282"/>
            <ac:spMk id="3" creationId="{9C57FE32-8AA8-E540-E0AA-C9737C71A0E2}"/>
          </ac:spMkLst>
        </pc:spChg>
        <pc:picChg chg="add">
          <ac:chgData name="Yogesh Raje" userId="S::yogesh@edunetfoundation.org::9e0ba697-e1dc-452b-989f-11655901edb1" providerId="AD" clId="Web-{857E11F3-F11C-6843-C73E-27677A40A984}" dt="2026-01-24T07:25:36.312" v="129"/>
          <ac:picMkLst>
            <pc:docMk/>
            <pc:sldMk cId="2952584201" sldId="282"/>
            <ac:picMk id="5" creationId="{E7A64CCA-ED49-69BC-3595-2C1CBD5E6D02}"/>
          </ac:picMkLst>
        </pc:picChg>
        <pc:picChg chg="del">
          <ac:chgData name="Yogesh Raje" userId="S::yogesh@edunetfoundation.org::9e0ba697-e1dc-452b-989f-11655901edb1" providerId="AD" clId="Web-{857E11F3-F11C-6843-C73E-27677A40A984}" dt="2026-01-24T07:18:12.337" v="44"/>
          <ac:picMkLst>
            <pc:docMk/>
            <pc:sldMk cId="2952584201" sldId="282"/>
            <ac:picMk id="106" creationId="{286A03B7-10C8-4B3E-AB7E-1BEE35090A27}"/>
          </ac:picMkLst>
        </pc:picChg>
      </pc:sldChg>
      <pc:sldChg chg="addSp modSp">
        <pc:chgData name="Yogesh Raje" userId="S::yogesh@edunetfoundation.org::9e0ba697-e1dc-452b-989f-11655901edb1" providerId="AD" clId="Web-{857E11F3-F11C-6843-C73E-27677A40A984}" dt="2026-01-24T07:25:23.795" v="127" actId="1076"/>
        <pc:sldMkLst>
          <pc:docMk/>
          <pc:sldMk cId="957564641" sldId="283"/>
        </pc:sldMkLst>
        <pc:picChg chg="add mod">
          <ac:chgData name="Yogesh Raje" userId="S::yogesh@edunetfoundation.org::9e0ba697-e1dc-452b-989f-11655901edb1" providerId="AD" clId="Web-{857E11F3-F11C-6843-C73E-27677A40A984}" dt="2026-01-24T07:25:23.795" v="127" actId="1076"/>
          <ac:picMkLst>
            <pc:docMk/>
            <pc:sldMk cId="957564641" sldId="283"/>
            <ac:picMk id="4" creationId="{9270813B-BF9E-B61A-92D0-FA37C990652F}"/>
          </ac:picMkLst>
        </pc:picChg>
      </pc:sldChg>
      <pc:sldChg chg="addSp delSp modSp">
        <pc:chgData name="Yogesh Raje" userId="S::yogesh@edunetfoundation.org::9e0ba697-e1dc-452b-989f-11655901edb1" providerId="AD" clId="Web-{857E11F3-F11C-6843-C73E-27677A40A984}" dt="2026-01-24T07:26:05.640" v="139"/>
        <pc:sldMkLst>
          <pc:docMk/>
          <pc:sldMk cId="795043773" sldId="284"/>
        </pc:sldMkLst>
        <pc:spChg chg="mod">
          <ac:chgData name="Yogesh Raje" userId="S::yogesh@edunetfoundation.org::9e0ba697-e1dc-452b-989f-11655901edb1" providerId="AD" clId="Web-{857E11F3-F11C-6843-C73E-27677A40A984}" dt="2026-01-24T07:20:47.043" v="80" actId="14100"/>
          <ac:spMkLst>
            <pc:docMk/>
            <pc:sldMk cId="795043773" sldId="284"/>
            <ac:spMk id="2" creationId="{DD23FCBA-FC00-378F-C117-12DC1F4FD6E0}"/>
          </ac:spMkLst>
        </pc:spChg>
        <pc:spChg chg="del mod">
          <ac:chgData name="Yogesh Raje" userId="S::yogesh@edunetfoundation.org::9e0ba697-e1dc-452b-989f-11655901edb1" providerId="AD" clId="Web-{857E11F3-F11C-6843-C73E-27677A40A984}" dt="2026-01-24T07:22:53.903" v="118"/>
          <ac:spMkLst>
            <pc:docMk/>
            <pc:sldMk cId="795043773" sldId="284"/>
            <ac:spMk id="179" creationId="{6C4F1F88-83AE-DF8E-66C7-44F62D1C5252}"/>
          </ac:spMkLst>
        </pc:spChg>
        <pc:picChg chg="mod">
          <ac:chgData name="Yogesh Raje" userId="S::yogesh@edunetfoundation.org::9e0ba697-e1dc-452b-989f-11655901edb1" providerId="AD" clId="Web-{857E11F3-F11C-6843-C73E-27677A40A984}" dt="2026-01-24T07:22:39.606" v="115" actId="1076"/>
          <ac:picMkLst>
            <pc:docMk/>
            <pc:sldMk cId="795043773" sldId="284"/>
            <ac:picMk id="3" creationId="{D92F9EA0-945F-B25A-20C3-D63B1F62EF29}"/>
          </ac:picMkLst>
        </pc:picChg>
        <pc:picChg chg="add">
          <ac:chgData name="Yogesh Raje" userId="S::yogesh@edunetfoundation.org::9e0ba697-e1dc-452b-989f-11655901edb1" providerId="AD" clId="Web-{857E11F3-F11C-6843-C73E-27677A40A984}" dt="2026-01-24T07:26:05.640" v="139"/>
          <ac:picMkLst>
            <pc:docMk/>
            <pc:sldMk cId="795043773" sldId="284"/>
            <ac:picMk id="5" creationId="{C9B59E40-7B3E-CFB4-3FD9-6C10E068F0AF}"/>
          </ac:picMkLst>
        </pc:picChg>
      </pc:sldChg>
      <pc:sldChg chg="addSp delSp modSp">
        <pc:chgData name="Yogesh Raje" userId="S::yogesh@edunetfoundation.org::9e0ba697-e1dc-452b-989f-11655901edb1" providerId="AD" clId="Web-{857E11F3-F11C-6843-C73E-27677A40A984}" dt="2026-01-24T07:26:07.828" v="140"/>
        <pc:sldMkLst>
          <pc:docMk/>
          <pc:sldMk cId="1135684311" sldId="285"/>
        </pc:sldMkLst>
        <pc:spChg chg="mod">
          <ac:chgData name="Yogesh Raje" userId="S::yogesh@edunetfoundation.org::9e0ba697-e1dc-452b-989f-11655901edb1" providerId="AD" clId="Web-{857E11F3-F11C-6843-C73E-27677A40A984}" dt="2026-01-24T07:21:00.949" v="92" actId="14100"/>
          <ac:spMkLst>
            <pc:docMk/>
            <pc:sldMk cId="1135684311" sldId="285"/>
            <ac:spMk id="2" creationId="{6FFE5FD7-2292-570F-1397-1E9287F8CB9D}"/>
          </ac:spMkLst>
        </pc:spChg>
        <pc:spChg chg="del">
          <ac:chgData name="Yogesh Raje" userId="S::yogesh@edunetfoundation.org::9e0ba697-e1dc-452b-989f-11655901edb1" providerId="AD" clId="Web-{857E11F3-F11C-6843-C73E-27677A40A984}" dt="2026-01-24T07:22:36.918" v="114"/>
          <ac:spMkLst>
            <pc:docMk/>
            <pc:sldMk cId="1135684311" sldId="285"/>
            <ac:spMk id="179" creationId="{C99901E6-E51F-5E94-2543-5AC8E1E4E2C4}"/>
          </ac:spMkLst>
        </pc:spChg>
        <pc:picChg chg="mod">
          <ac:chgData name="Yogesh Raje" userId="S::yogesh@edunetfoundation.org::9e0ba697-e1dc-452b-989f-11655901edb1" providerId="AD" clId="Web-{857E11F3-F11C-6843-C73E-27677A40A984}" dt="2026-01-24T07:22:31.168" v="113" actId="1076"/>
          <ac:picMkLst>
            <pc:docMk/>
            <pc:sldMk cId="1135684311" sldId="285"/>
            <ac:picMk id="3" creationId="{49BD6667-B0AB-E1EE-4A88-EF769D5A1818}"/>
          </ac:picMkLst>
        </pc:picChg>
        <pc:picChg chg="add">
          <ac:chgData name="Yogesh Raje" userId="S::yogesh@edunetfoundation.org::9e0ba697-e1dc-452b-989f-11655901edb1" providerId="AD" clId="Web-{857E11F3-F11C-6843-C73E-27677A40A984}" dt="2026-01-24T07:26:07.828" v="140"/>
          <ac:picMkLst>
            <pc:docMk/>
            <pc:sldMk cId="1135684311" sldId="285"/>
            <ac:picMk id="5" creationId="{A9872FD1-7A0B-E5B9-638C-B95C4CCFE94C}"/>
          </ac:picMkLst>
        </pc:picChg>
      </pc:sldChg>
      <pc:sldChg chg="addSp delSp modSp">
        <pc:chgData name="Yogesh Raje" userId="S::yogesh@edunetfoundation.org::9e0ba697-e1dc-452b-989f-11655901edb1" providerId="AD" clId="Web-{857E11F3-F11C-6843-C73E-27677A40A984}" dt="2026-01-24T07:26:09.375" v="141"/>
        <pc:sldMkLst>
          <pc:docMk/>
          <pc:sldMk cId="1138841112" sldId="286"/>
        </pc:sldMkLst>
        <pc:spChg chg="mod">
          <ac:chgData name="Yogesh Raje" userId="S::yogesh@edunetfoundation.org::9e0ba697-e1dc-452b-989f-11655901edb1" providerId="AD" clId="Web-{857E11F3-F11C-6843-C73E-27677A40A984}" dt="2026-01-24T07:22:25.903" v="111" actId="1076"/>
          <ac:spMkLst>
            <pc:docMk/>
            <pc:sldMk cId="1138841112" sldId="286"/>
            <ac:spMk id="2" creationId="{CF9D04B6-7646-B3BF-9A84-684A467FADAB}"/>
          </ac:spMkLst>
        </pc:spChg>
        <pc:spChg chg="del">
          <ac:chgData name="Yogesh Raje" userId="S::yogesh@edunetfoundation.org::9e0ba697-e1dc-452b-989f-11655901edb1" providerId="AD" clId="Web-{857E11F3-F11C-6843-C73E-27677A40A984}" dt="2026-01-24T07:22:28.622" v="112"/>
          <ac:spMkLst>
            <pc:docMk/>
            <pc:sldMk cId="1138841112" sldId="286"/>
            <ac:spMk id="179" creationId="{66E12AB6-73BA-21A4-6368-DBC20717980B}"/>
          </ac:spMkLst>
        </pc:spChg>
        <pc:picChg chg="mod">
          <ac:chgData name="Yogesh Raje" userId="S::yogesh@edunetfoundation.org::9e0ba697-e1dc-452b-989f-11655901edb1" providerId="AD" clId="Web-{857E11F3-F11C-6843-C73E-27677A40A984}" dt="2026-01-24T07:22:21.981" v="110" actId="1076"/>
          <ac:picMkLst>
            <pc:docMk/>
            <pc:sldMk cId="1138841112" sldId="286"/>
            <ac:picMk id="3" creationId="{0C919C56-AC7B-B30B-24DD-FBA3E8E6701B}"/>
          </ac:picMkLst>
        </pc:picChg>
        <pc:picChg chg="add">
          <ac:chgData name="Yogesh Raje" userId="S::yogesh@edunetfoundation.org::9e0ba697-e1dc-452b-989f-11655901edb1" providerId="AD" clId="Web-{857E11F3-F11C-6843-C73E-27677A40A984}" dt="2026-01-24T07:26:09.375" v="141"/>
          <ac:picMkLst>
            <pc:docMk/>
            <pc:sldMk cId="1138841112" sldId="286"/>
            <ac:picMk id="5" creationId="{BF314CEB-36A0-2FF5-7F53-C10C910CAB03}"/>
          </ac:picMkLst>
        </pc:picChg>
      </pc:sldChg>
      <pc:sldChg chg="new del">
        <pc:chgData name="Yogesh Raje" userId="S::yogesh@edunetfoundation.org::9e0ba697-e1dc-452b-989f-11655901edb1" providerId="AD" clId="Web-{857E11F3-F11C-6843-C73E-27677A40A984}" dt="2026-01-24T07:15:01.913" v="1"/>
        <pc:sldMkLst>
          <pc:docMk/>
          <pc:sldMk cId="859120622" sldId="287"/>
        </pc:sldMkLst>
      </pc:sldChg>
      <pc:sldChg chg="addSp delSp modSp add replId">
        <pc:chgData name="Yogesh Raje" userId="S::yogesh@edunetfoundation.org::9e0ba697-e1dc-452b-989f-11655901edb1" providerId="AD" clId="Web-{857E11F3-F11C-6843-C73E-27677A40A984}" dt="2026-01-24T07:25:42.405" v="131"/>
        <pc:sldMkLst>
          <pc:docMk/>
          <pc:sldMk cId="1034139590" sldId="287"/>
        </pc:sldMkLst>
        <pc:spChg chg="add mod">
          <ac:chgData name="Yogesh Raje" userId="S::yogesh@edunetfoundation.org::9e0ba697-e1dc-452b-989f-11655901edb1" providerId="AD" clId="Web-{857E11F3-F11C-6843-C73E-27677A40A984}" dt="2026-01-24T07:17:36.446" v="31" actId="20577"/>
          <ac:spMkLst>
            <pc:docMk/>
            <pc:sldMk cId="1034139590" sldId="287"/>
            <ac:spMk id="3" creationId="{0A9D9ED1-DFE2-2CB1-E07B-2D3C44A85C9C}"/>
          </ac:spMkLst>
        </pc:spChg>
        <pc:picChg chg="add">
          <ac:chgData name="Yogesh Raje" userId="S::yogesh@edunetfoundation.org::9e0ba697-e1dc-452b-989f-11655901edb1" providerId="AD" clId="Web-{857E11F3-F11C-6843-C73E-27677A40A984}" dt="2026-01-24T07:25:42.405" v="131"/>
          <ac:picMkLst>
            <pc:docMk/>
            <pc:sldMk cId="1034139590" sldId="287"/>
            <ac:picMk id="5" creationId="{B04F3E9D-0527-2FF2-E87C-9369E2B678CF}"/>
          </ac:picMkLst>
        </pc:picChg>
        <pc:picChg chg="del">
          <ac:chgData name="Yogesh Raje" userId="S::yogesh@edunetfoundation.org::9e0ba697-e1dc-452b-989f-11655901edb1" providerId="AD" clId="Web-{857E11F3-F11C-6843-C73E-27677A40A984}" dt="2026-01-24T07:15:22.335" v="3"/>
          <ac:picMkLst>
            <pc:docMk/>
            <pc:sldMk cId="1034139590" sldId="287"/>
            <ac:picMk id="115" creationId="{150CD634-CE32-8549-99F8-CA4675C2F439}"/>
          </ac:picMkLst>
        </pc:picChg>
      </pc:sldChg>
      <pc:sldChg chg="addSp modSp add replId">
        <pc:chgData name="Yogesh Raje" userId="S::yogesh@edunetfoundation.org::9e0ba697-e1dc-452b-989f-11655901edb1" providerId="AD" clId="Web-{857E11F3-F11C-6843-C73E-27677A40A984}" dt="2026-01-24T07:25:45.921" v="132"/>
        <pc:sldMkLst>
          <pc:docMk/>
          <pc:sldMk cId="4281176502" sldId="288"/>
        </pc:sldMkLst>
        <pc:spChg chg="mod">
          <ac:chgData name="Yogesh Raje" userId="S::yogesh@edunetfoundation.org::9e0ba697-e1dc-452b-989f-11655901edb1" providerId="AD" clId="Web-{857E11F3-F11C-6843-C73E-27677A40A984}" dt="2026-01-24T07:17:29.946" v="29" actId="20577"/>
          <ac:spMkLst>
            <pc:docMk/>
            <pc:sldMk cId="4281176502" sldId="288"/>
            <ac:spMk id="3" creationId="{F987C414-2D49-9E5D-A5D6-CF94524B9BE5}"/>
          </ac:spMkLst>
        </pc:spChg>
        <pc:picChg chg="add">
          <ac:chgData name="Yogesh Raje" userId="S::yogesh@edunetfoundation.org::9e0ba697-e1dc-452b-989f-11655901edb1" providerId="AD" clId="Web-{857E11F3-F11C-6843-C73E-27677A40A984}" dt="2026-01-24T07:25:45.921" v="132"/>
          <ac:picMkLst>
            <pc:docMk/>
            <pc:sldMk cId="4281176502" sldId="288"/>
            <ac:picMk id="5" creationId="{2899F497-8CBE-8DC8-B6F2-DCAEF5D36669}"/>
          </ac:picMkLst>
        </pc:picChg>
      </pc:sldChg>
      <pc:sldChg chg="modSp add replId">
        <pc:chgData name="Yogesh Raje" userId="S::yogesh@edunetfoundation.org::9e0ba697-e1dc-452b-989f-11655901edb1" providerId="AD" clId="Web-{857E11F3-F11C-6843-C73E-27677A40A984}" dt="2026-01-24T07:27:35.250" v="160" actId="20577"/>
        <pc:sldMkLst>
          <pc:docMk/>
          <pc:sldMk cId="200156314" sldId="289"/>
        </pc:sldMkLst>
        <pc:spChg chg="mod">
          <ac:chgData name="Yogesh Raje" userId="S::yogesh@edunetfoundation.org::9e0ba697-e1dc-452b-989f-11655901edb1" providerId="AD" clId="Web-{857E11F3-F11C-6843-C73E-27677A40A984}" dt="2026-01-24T07:27:02.859" v="148" actId="20577"/>
          <ac:spMkLst>
            <pc:docMk/>
            <pc:sldMk cId="200156314" sldId="289"/>
            <ac:spMk id="278" creationId="{7BDA5ADF-C9A0-CA5D-844A-6AC3872A0D8C}"/>
          </ac:spMkLst>
        </pc:spChg>
        <pc:spChg chg="mod">
          <ac:chgData name="Yogesh Raje" userId="S::yogesh@edunetfoundation.org::9e0ba697-e1dc-452b-989f-11655901edb1" providerId="AD" clId="Web-{857E11F3-F11C-6843-C73E-27677A40A984}" dt="2026-01-24T07:27:35.250" v="160" actId="20577"/>
          <ac:spMkLst>
            <pc:docMk/>
            <pc:sldMk cId="200156314" sldId="289"/>
            <ac:spMk id="279" creationId="{AF5AFD00-74FD-B439-5973-23933ABD88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optum.c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normAutofit/>
          </a:bodyPr>
          <a:lstStyle/>
          <a:p>
            <a:pPr algn="ctr"/>
            <a:r>
              <a:rPr lang="en-US" sz="3200" b="1" dirty="0">
                <a:effectLst/>
                <a:latin typeface="Calibri" panose="020F0502020204030204" pitchFamily="34" charset="0"/>
                <a:ea typeface="Calibri" panose="020F0502020204030204" pitchFamily="34" charset="0"/>
                <a:cs typeface="Times New Roman" panose="02020603050405020304" pitchFamily="18" charset="0"/>
              </a:rPr>
              <a:t>AI-Based Preventive Health Risk Assessment System</a:t>
            </a:r>
            <a:endParaRPr lang="en-US" sz="3200"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919464111"/>
              </p:ext>
            </p:extLst>
          </p:nvPr>
        </p:nvGraphicFramePr>
        <p:xfrm>
          <a:off x="1596852" y="1942025"/>
          <a:ext cx="7230400" cy="411853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val="20000"/>
                    </a:ext>
                  </a:extLst>
                </a:gridCol>
                <a:gridCol w="1880425">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US" dirty="0"/>
                        <a:t>Piyush 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piyush407kumar@gmail.com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+91 88823 05045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US" dirty="0"/>
                        <a:t>Rishon Barnes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barnesrishon22@gmail.com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+91 80880 05192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r>
                        <a:rPr lang="en-US" sz="1400" dirty="0"/>
                        <a:t>Shreya </a:t>
                      </a:r>
                      <a:r>
                        <a:rPr lang="en-US" sz="1400" dirty="0" err="1"/>
                        <a:t>Karn</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k.ayerhs0@gmail.com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+91 9204087976</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4D157BAE-5B93-464C-8D3F-53730270999B}"/>
              </a:ext>
            </a:extLst>
          </p:cNvPr>
          <p:cNvPicPr>
            <a:picLocks noChangeAspect="1"/>
          </p:cNvPicPr>
          <p:nvPr/>
        </p:nvPicPr>
        <p:blipFill>
          <a:blip r:embed="rId4"/>
          <a:stretch>
            <a:fillRect/>
          </a:stretch>
        </p:blipFill>
        <p:spPr>
          <a:xfrm>
            <a:off x="3712028" y="3884870"/>
            <a:ext cx="886225" cy="1080999"/>
          </a:xfrm>
          <a:prstGeom prst="rect">
            <a:avLst/>
          </a:prstGeom>
        </p:spPr>
      </p:pic>
      <p:pic>
        <p:nvPicPr>
          <p:cNvPr id="7" name="Picture 6">
            <a:extLst>
              <a:ext uri="{FF2B5EF4-FFF2-40B4-BE49-F238E27FC236}">
                <a16:creationId xmlns:a16="http://schemas.microsoft.com/office/drawing/2014/main" id="{A9407F08-57E1-4181-867C-5059D7EA249B}"/>
              </a:ext>
            </a:extLst>
          </p:cNvPr>
          <p:cNvPicPr>
            <a:picLocks noChangeAspect="1"/>
          </p:cNvPicPr>
          <p:nvPr/>
        </p:nvPicPr>
        <p:blipFill>
          <a:blip r:embed="rId5"/>
          <a:stretch>
            <a:fillRect/>
          </a:stretch>
        </p:blipFill>
        <p:spPr>
          <a:xfrm>
            <a:off x="3712028" y="5056513"/>
            <a:ext cx="886225" cy="1004047"/>
          </a:xfrm>
          <a:prstGeom prst="rect">
            <a:avLst/>
          </a:prstGeom>
        </p:spPr>
      </p:pic>
      <p:pic>
        <p:nvPicPr>
          <p:cNvPr id="9" name="Picture 8">
            <a:extLst>
              <a:ext uri="{FF2B5EF4-FFF2-40B4-BE49-F238E27FC236}">
                <a16:creationId xmlns:a16="http://schemas.microsoft.com/office/drawing/2014/main" id="{34753EC6-0FA6-4D5A-B309-FAB4EB1606A8}"/>
              </a:ext>
            </a:extLst>
          </p:cNvPr>
          <p:cNvPicPr>
            <a:picLocks noChangeAspect="1"/>
          </p:cNvPicPr>
          <p:nvPr/>
        </p:nvPicPr>
        <p:blipFill>
          <a:blip r:embed="rId6"/>
          <a:stretch>
            <a:fillRect/>
          </a:stretch>
        </p:blipFill>
        <p:spPr>
          <a:xfrm>
            <a:off x="3731235" y="2787742"/>
            <a:ext cx="876621" cy="10064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3754874"/>
          </a:xfrm>
          <a:prstGeom prst="rect">
            <a:avLst/>
          </a:prstGeom>
          <a:noFill/>
        </p:spPr>
        <p:txBody>
          <a:bodyPr wrap="square" rtlCol="0">
            <a:spAutoFit/>
          </a:bodyPr>
          <a:lstStyle/>
          <a:p>
            <a:pPr algn="just"/>
            <a:r>
              <a:rPr lang="en-US" b="1" dirty="0"/>
              <a:t>Preventive Health Risk</a:t>
            </a:r>
          </a:p>
          <a:p>
            <a:r>
              <a:rPr lang="en-US" b="1" dirty="0"/>
              <a:t>The Challenge</a:t>
            </a:r>
            <a:br>
              <a:rPr lang="en-US" dirty="0"/>
            </a:br>
            <a:r>
              <a:rPr lang="en-US" dirty="0"/>
              <a:t>Preventive health risk management can be overwhelming, as individuals often struggle with:</a:t>
            </a:r>
          </a:p>
          <a:p>
            <a:pPr algn="just">
              <a:buFont typeface="Arial" panose="020B0604020202020204" pitchFamily="34" charset="0"/>
              <a:buChar char="•"/>
            </a:pPr>
            <a:r>
              <a:rPr lang="en-US" b="1" dirty="0"/>
              <a:t> Information overload</a:t>
            </a:r>
            <a:r>
              <a:rPr lang="en-US" dirty="0"/>
              <a:t> – navigating countless articles, apps, and medical sites with conflicting health advice.</a:t>
            </a:r>
          </a:p>
          <a:p>
            <a:pPr algn="just">
              <a:buFont typeface="Arial" panose="020B0604020202020204" pitchFamily="34" charset="0"/>
              <a:buChar char="•"/>
            </a:pPr>
            <a:r>
              <a:rPr lang="en-US" b="1" dirty="0"/>
              <a:t> Personalization gaps</a:t>
            </a:r>
            <a:r>
              <a:rPr lang="en-US" dirty="0"/>
              <a:t> – generic recommendations that don’t account for age, lifestyle, medical history, or genetic risk factors.</a:t>
            </a:r>
          </a:p>
          <a:p>
            <a:pPr algn="just">
              <a:buFont typeface="Arial" panose="020B0604020202020204" pitchFamily="34" charset="0"/>
              <a:buChar char="•"/>
            </a:pPr>
            <a:r>
              <a:rPr lang="en-US" b="1" dirty="0"/>
              <a:t> Unreliable sources</a:t>
            </a:r>
            <a:r>
              <a:rPr lang="en-US" dirty="0"/>
              <a:t> – misinformation, unverified claims, and inconsistent guidance across platforms.</a:t>
            </a:r>
          </a:p>
          <a:p>
            <a:pPr algn="just">
              <a:buFont typeface="Arial" panose="020B0604020202020204" pitchFamily="34" charset="0"/>
              <a:buChar char="•"/>
            </a:pPr>
            <a:r>
              <a:rPr lang="en-US" b="1" dirty="0"/>
              <a:t> Lack of early awareness</a:t>
            </a:r>
            <a:r>
              <a:rPr lang="en-US" dirty="0"/>
              <a:t> – symptoms and risk indicators often go unnoticed until conditions become serious.</a:t>
            </a:r>
          </a:p>
          <a:p>
            <a:pPr algn="just">
              <a:buFont typeface="Arial" panose="020B0604020202020204" pitchFamily="34" charset="0"/>
              <a:buChar char="•"/>
            </a:pPr>
            <a:r>
              <a:rPr lang="en-US" b="1" dirty="0"/>
              <a:t> Dynamic health factors</a:t>
            </a:r>
            <a:r>
              <a:rPr lang="en-US" dirty="0"/>
              <a:t> – changing stress levels, habits, environment, and routines that continuously impact health risk.</a:t>
            </a:r>
          </a:p>
          <a:p>
            <a:pPr algn="just"/>
            <a:r>
              <a:rPr lang="en-US" dirty="0"/>
              <a:t>Without a reliable, intelligent preventive health assistant, individuals spend excessive time researching, delay proactive care, and miss early intervention opportunities—leading to avoidable illnesses, higher healthcare costs, and reduced quality of life.</a:t>
            </a:r>
          </a:p>
          <a:p>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893255" y="1484582"/>
            <a:ext cx="10268712" cy="2462213"/>
          </a:xfrm>
          <a:prstGeom prst="rect">
            <a:avLst/>
          </a:prstGeom>
          <a:noFill/>
        </p:spPr>
        <p:txBody>
          <a:bodyPr wrap="square" rtlCol="0">
            <a:spAutoFit/>
          </a:bodyPr>
          <a:lstStyle/>
          <a:p>
            <a:pPr algn="just"/>
            <a:r>
              <a:rPr lang="en-US" dirty="0"/>
              <a:t>The proposed solution is an </a:t>
            </a:r>
            <a:r>
              <a:rPr lang="en-US" b="1" dirty="0"/>
              <a:t>AI-based preventive health risk management system</a:t>
            </a:r>
            <a:r>
              <a:rPr lang="en-US" dirty="0"/>
              <a:t> designed to help individuals identify, understand, and reduce potential health risks at an early stage. The system analyzes user-specific data such as age, lifestyle habits, medical history, and daily activities to generate </a:t>
            </a:r>
            <a:r>
              <a:rPr lang="en-US" b="1" dirty="0"/>
              <a:t>personalized health risk assessments</a:t>
            </a:r>
            <a:r>
              <a:rPr lang="en-US" dirty="0"/>
              <a:t>.</a:t>
            </a:r>
          </a:p>
          <a:p>
            <a:pPr algn="just"/>
            <a:r>
              <a:rPr lang="en-US" dirty="0"/>
              <a:t>Using </a:t>
            </a:r>
            <a:r>
              <a:rPr lang="en-US" b="1" dirty="0"/>
              <a:t>machine learning algorithms</a:t>
            </a:r>
            <a:r>
              <a:rPr lang="en-US" dirty="0"/>
              <a:t>, the system predicts the likelihood of chronic and lifestyle-related diseases such as diabetes, cardiovascular issues, obesity, mental health issue and stress-related disorders. Based on these predictions, it provides </a:t>
            </a:r>
            <a:r>
              <a:rPr lang="en-US" b="1" dirty="0"/>
              <a:t>customized preventive recommendations.</a:t>
            </a:r>
          </a:p>
          <a:p>
            <a:pPr algn="just"/>
            <a:r>
              <a:rPr lang="en-US" dirty="0"/>
              <a:t>The solution integrates </a:t>
            </a:r>
            <a:r>
              <a:rPr lang="en-US" b="1" dirty="0"/>
              <a:t>trusted medical guidelines and verified health data sources</a:t>
            </a:r>
            <a:r>
              <a:rPr lang="en-US" dirty="0"/>
              <a:t> to ensure accuracy and reliability, reducing the risk of misinformation. A </a:t>
            </a:r>
            <a:r>
              <a:rPr lang="en-US" b="1" dirty="0"/>
              <a:t>conversational AI interface</a:t>
            </a:r>
            <a:r>
              <a:rPr lang="en-US" dirty="0"/>
              <a:t> allows users to interact naturally with the system, ask health-related questions, and receive clear, easy-to-understand explanations.</a:t>
            </a:r>
          </a:p>
          <a:p>
            <a:pPr algn="just"/>
            <a:r>
              <a:rPr lang="en-US" dirty="0"/>
              <a:t>By continuously monitoring changes in user behavior and health indicators, the system dynamically updates risk levels and recommendations, enabling </a:t>
            </a:r>
            <a:r>
              <a:rPr lang="en-US" b="1" dirty="0"/>
              <a:t>early detection, proactive care, and better long-term health outcomes</a:t>
            </a:r>
            <a:r>
              <a:rPr lang="en-US" dirty="0"/>
              <a:t>.</a:t>
            </a: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2031325"/>
          </a:xfrm>
          <a:prstGeom prst="rect">
            <a:avLst/>
          </a:prstGeom>
          <a:noFill/>
        </p:spPr>
        <p:txBody>
          <a:bodyPr wrap="square" rtlCol="0">
            <a:spAutoFit/>
          </a:bodyPr>
          <a:lstStyle/>
          <a:p>
            <a:pPr algn="just"/>
            <a:r>
              <a:rPr lang="en-US" dirty="0"/>
              <a:t>In today’s fast-paced lifestyle, health issues are often detected only after they become severe, leading to higher medical costs and reduced quality of life. People lack awareness, timely guidance, and personalized preventive care, relying mostly on generic health information from unreliable sources.</a:t>
            </a:r>
          </a:p>
          <a:p>
            <a:pPr algn="just"/>
            <a:r>
              <a:rPr lang="en-US" dirty="0"/>
              <a:t>There is a strong need for an </a:t>
            </a:r>
            <a:r>
              <a:rPr lang="en-US" b="1" dirty="0"/>
              <a:t>intelligent system</a:t>
            </a:r>
            <a:r>
              <a:rPr lang="en-US" dirty="0"/>
              <a:t> that can analyze individual health data, identify potential risks early, and provide personalized preventive recommendations. An AI-based preventive health risk system helps bridge the gap between </a:t>
            </a:r>
            <a:r>
              <a:rPr lang="en-US" b="1" dirty="0"/>
              <a:t>reactive healthcare and proactive health management</a:t>
            </a:r>
            <a:r>
              <a:rPr lang="en-US" dirty="0"/>
              <a:t> by enabling early detection, continuous monitoring, and informed decision-making.</a:t>
            </a:r>
          </a:p>
          <a:p>
            <a:pPr algn="just"/>
            <a:r>
              <a:rPr lang="en-US" dirty="0"/>
              <a:t>This project is needed to promote </a:t>
            </a:r>
            <a:r>
              <a:rPr lang="en-US" b="1" dirty="0"/>
              <a:t>preventive healthcare</a:t>
            </a:r>
            <a:r>
              <a:rPr lang="en-US" dirty="0"/>
              <a:t>, reduce the burden on medical systems, minimize avoidable diseases, and empower individuals to take control of their health using reliable, data-driven insights.</a:t>
            </a: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3539430"/>
          </a:xfrm>
          <a:prstGeom prst="rect">
            <a:avLst/>
          </a:prstGeom>
          <a:noFill/>
        </p:spPr>
        <p:txBody>
          <a:bodyPr wrap="square" rtlCol="0">
            <a:spAutoFit/>
          </a:bodyPr>
          <a:lstStyle/>
          <a:p>
            <a:pPr algn="just"/>
            <a:r>
              <a:rPr lang="en-US" dirty="0"/>
              <a:t>The end users of the AI-based Preventive Health Risk project include:</a:t>
            </a:r>
          </a:p>
          <a:p>
            <a:pPr>
              <a:buFont typeface="+mj-lt"/>
              <a:buAutoNum type="arabicPeriod"/>
            </a:pPr>
            <a:r>
              <a:rPr lang="en-US" b="1" dirty="0"/>
              <a:t> General Public / Individuals</a:t>
            </a:r>
            <a:br>
              <a:rPr lang="en-US" dirty="0"/>
            </a:br>
            <a:r>
              <a:rPr lang="en-US" dirty="0"/>
              <a:t>People who want to monitor their health proactively, identify potential health risks early, and receive personalized preventive health recommendations.</a:t>
            </a:r>
          </a:p>
          <a:p>
            <a:pPr>
              <a:buFont typeface="+mj-lt"/>
              <a:buAutoNum type="arabicPeriod"/>
            </a:pPr>
            <a:r>
              <a:rPr lang="en-US" b="1" dirty="0"/>
              <a:t> Working Professionals</a:t>
            </a:r>
            <a:br>
              <a:rPr lang="en-US" dirty="0"/>
            </a:br>
            <a:r>
              <a:rPr lang="en-US" dirty="0"/>
              <a:t>Individuals with busy lifestyles who are prone to stress, poor diet, and sedentary habits, and need intelligent health guidance to prevent lifestyle-related diseases.</a:t>
            </a:r>
          </a:p>
          <a:p>
            <a:pPr>
              <a:buFont typeface="+mj-lt"/>
              <a:buAutoNum type="arabicPeriod"/>
            </a:pPr>
            <a:r>
              <a:rPr lang="en-US" b="1" dirty="0"/>
              <a:t> Elderly People</a:t>
            </a:r>
            <a:br>
              <a:rPr lang="en-US" dirty="0"/>
            </a:br>
            <a:r>
              <a:rPr lang="en-US" dirty="0"/>
              <a:t>Users who require continuous health risk monitoring, early warnings, and preventive care suggestions to manage age-related health conditions.</a:t>
            </a:r>
          </a:p>
          <a:p>
            <a:pPr>
              <a:buFont typeface="+mj-lt"/>
              <a:buAutoNum type="arabicPeriod"/>
            </a:pPr>
            <a:r>
              <a:rPr lang="en-US" b="1" dirty="0"/>
              <a:t> Patients with High-Risk Conditions</a:t>
            </a:r>
            <a:br>
              <a:rPr lang="en-US" dirty="0"/>
            </a:br>
            <a:r>
              <a:rPr lang="en-US" dirty="0"/>
              <a:t>Individuals with family history or early signs of chronic diseases such as diabetes, hypertension, or heart disease.</a:t>
            </a:r>
          </a:p>
          <a:p>
            <a:pPr>
              <a:buFont typeface="+mj-lt"/>
              <a:buAutoNum type="arabicPeriod"/>
            </a:pPr>
            <a:r>
              <a:rPr lang="en-US" b="1" dirty="0"/>
              <a:t> Healthcare Providers (Optional/Secondary Users)</a:t>
            </a:r>
            <a:br>
              <a:rPr lang="en-US" dirty="0"/>
            </a:br>
            <a:r>
              <a:rPr lang="en-US" dirty="0"/>
              <a:t>Doctors, clinics, or wellness centers who can use the system insights to support preventive care and patient health monitoring.</a:t>
            </a:r>
          </a:p>
          <a:p>
            <a:pPr>
              <a:buFont typeface="+mj-lt"/>
              <a:buAutoNum type="arabicPeriod"/>
            </a:pPr>
            <a:r>
              <a:rPr lang="en-US" b="1" dirty="0"/>
              <a:t> Health &amp; Wellness Organizations</a:t>
            </a:r>
            <a:br>
              <a:rPr lang="en-US" dirty="0"/>
            </a:br>
            <a:r>
              <a:rPr lang="en-US" dirty="0" err="1"/>
              <a:t>Organizations</a:t>
            </a:r>
            <a:r>
              <a:rPr lang="en-US" dirty="0"/>
              <a:t> promoting preventive healthcare, wellness programs, and public health initiatives.</a:t>
            </a: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739211"/>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r>
              <a:rPr lang="en-US" sz="1800" dirty="0" err="1"/>
              <a:t>Langflow</a:t>
            </a:r>
            <a:r>
              <a:rPr lang="en-US" sz="1800" dirty="0"/>
              <a:t> component name –  Agent , Chat input, Parser, Astra DB, Duck </a:t>
            </a:r>
            <a:r>
              <a:rPr lang="en-US" sz="1800" dirty="0" err="1"/>
              <a:t>Duck</a:t>
            </a:r>
            <a:r>
              <a:rPr lang="en-US" sz="1800" dirty="0"/>
              <a:t> Go, Chat output </a:t>
            </a:r>
          </a:p>
          <a:p>
            <a:pPr marL="285750" indent="-285750">
              <a:buFont typeface="Arial" panose="020B0604020202020204" pitchFamily="34" charset="0"/>
              <a:buChar char="•"/>
            </a:pPr>
            <a:r>
              <a:rPr lang="en-US" sz="1800" dirty="0"/>
              <a:t>IBM </a:t>
            </a:r>
            <a:r>
              <a:rPr lang="en-US" sz="1800" dirty="0" err="1"/>
              <a:t>Grainte</a:t>
            </a:r>
            <a:r>
              <a:rPr lang="en-US" sz="1800" dirty="0"/>
              <a:t> model - ibm-granite-3-8b   </a:t>
            </a:r>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r>
              <a:rPr lang="en-US" sz="1800" dirty="0"/>
              <a:t>Watson Service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Build an intelligent system that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predicts potential health risks early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based on lifestyle, medical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history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wearable sensor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data,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environmental factors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Provide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personalized preventive recommendations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to reduce risk and improve long-term health outcomes.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3" y="244374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11680FB4-0AC4-4BE1-8384-25429C59F442}"/>
              </a:ext>
            </a:extLst>
          </p:cNvPr>
          <p:cNvPicPr>
            <a:picLocks noChangeAspect="1"/>
          </p:cNvPicPr>
          <p:nvPr/>
        </p:nvPicPr>
        <p:blipFill>
          <a:blip r:embed="rId4"/>
          <a:stretch>
            <a:fillRect/>
          </a:stretch>
        </p:blipFill>
        <p:spPr>
          <a:xfrm>
            <a:off x="1550894" y="910621"/>
            <a:ext cx="9314331" cy="52393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91225"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8823960" cy="3323987"/>
          </a:xfrm>
          <a:prstGeom prst="rect">
            <a:avLst/>
          </a:prstGeom>
          <a:noFill/>
        </p:spPr>
        <p:txBody>
          <a:bodyPr wrap="square" rtlCol="0">
            <a:spAutoFit/>
          </a:bodyPr>
          <a:lstStyle/>
          <a:p>
            <a:r>
              <a:rPr lang="en-US" dirty="0"/>
              <a:t>Explain the use of each </a:t>
            </a:r>
            <a:r>
              <a:rPr lang="en-US" dirty="0" err="1"/>
              <a:t>langflow</a:t>
            </a:r>
            <a:r>
              <a:rPr lang="en-US" dirty="0"/>
              <a:t> component  used into you project</a:t>
            </a:r>
          </a:p>
          <a:p>
            <a:endParaRPr lang="en-US" dirty="0"/>
          </a:p>
          <a:p>
            <a:endParaRPr lang="en-US" dirty="0"/>
          </a:p>
          <a:p>
            <a:pPr marL="342900" indent="-342900">
              <a:buAutoNum type="arabicParenR"/>
            </a:pPr>
            <a:r>
              <a:rPr lang="en-US" sz="1400" dirty="0"/>
              <a:t>Chat input</a:t>
            </a:r>
          </a:p>
          <a:p>
            <a:pPr marL="342900" indent="-342900">
              <a:buAutoNum type="arabicParenR"/>
            </a:pPr>
            <a:r>
              <a:rPr lang="en-US" sz="1400" dirty="0"/>
              <a:t>Parser</a:t>
            </a:r>
          </a:p>
          <a:p>
            <a:pPr marL="342900" indent="-342900">
              <a:buAutoNum type="arabicParenR"/>
            </a:pPr>
            <a:r>
              <a:rPr lang="en-US" sz="1400" dirty="0"/>
              <a:t>Astra DB</a:t>
            </a:r>
          </a:p>
          <a:p>
            <a:pPr marL="342900" indent="-342900">
              <a:buAutoNum type="arabicParenR"/>
            </a:pPr>
            <a:r>
              <a:rPr lang="en-US" dirty="0"/>
              <a:t>Agent</a:t>
            </a:r>
            <a:endParaRPr lang="en-US" sz="1400" dirty="0"/>
          </a:p>
          <a:p>
            <a:pPr marL="342900" indent="-342900">
              <a:buAutoNum type="arabicParenR"/>
            </a:pPr>
            <a:r>
              <a:rPr lang="en-US" sz="1400" dirty="0"/>
              <a:t>Duck </a:t>
            </a:r>
            <a:r>
              <a:rPr lang="en-US" sz="1400" dirty="0" err="1"/>
              <a:t>Duck</a:t>
            </a:r>
            <a:r>
              <a:rPr lang="en-US" sz="1400" dirty="0"/>
              <a:t> Go</a:t>
            </a:r>
          </a:p>
          <a:p>
            <a:pPr marL="342900" indent="-342900">
              <a:buAutoNum type="arabicParenR"/>
            </a:pPr>
            <a:r>
              <a:rPr lang="en-US" sz="1400" dirty="0"/>
              <a:t>Chat output </a:t>
            </a:r>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BCC5243-975A-476F-86DD-B96827B41DA2}"/>
              </a:ext>
            </a:extLst>
          </p:cNvPr>
          <p:cNvPicPr>
            <a:picLocks noChangeAspect="1"/>
          </p:cNvPicPr>
          <p:nvPr/>
        </p:nvPicPr>
        <p:blipFill>
          <a:blip r:embed="rId4"/>
          <a:stretch>
            <a:fillRect/>
          </a:stretch>
        </p:blipFill>
        <p:spPr>
          <a:xfrm>
            <a:off x="1317812" y="779513"/>
            <a:ext cx="9547413" cy="537042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46D53347-AC24-4A42-8F09-E394DB2BFAFA}"/>
              </a:ext>
            </a:extLst>
          </p:cNvPr>
          <p:cNvPicPr>
            <a:picLocks noChangeAspect="1"/>
          </p:cNvPicPr>
          <p:nvPr/>
        </p:nvPicPr>
        <p:blipFill>
          <a:blip r:embed="rId4"/>
          <a:stretch>
            <a:fillRect/>
          </a:stretch>
        </p:blipFill>
        <p:spPr>
          <a:xfrm>
            <a:off x="1065320" y="584947"/>
            <a:ext cx="10112188" cy="5688106"/>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3" y="1417055"/>
            <a:ext cx="7468553" cy="383024"/>
          </a:xfrm>
          <a:prstGeom prst="rect">
            <a:avLst/>
          </a:prstGeom>
          <a:noFill/>
          <a:ln>
            <a:noFill/>
          </a:ln>
        </p:spPr>
        <p:txBody>
          <a:bodyPr spcFirstLastPara="1" wrap="square" lIns="0" tIns="0" rIns="0" bIns="0" anchor="t" anchorCtr="0">
            <a:no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Integration with wearable and IoT health devices for real-time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 of advanced AI/ML models for more accurate risk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Multilingual and voice-enabled conversational AI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Secure integration with hospitals and healthcare providers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Large-scale population health analysis using cloud technology</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https://github.com/Piyush407kumar/AI-Based-Preventive-Health-Risk-Assessment-System.git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2381859" y="309043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Rectangle 1">
            <a:extLst>
              <a:ext uri="{FF2B5EF4-FFF2-40B4-BE49-F238E27FC236}">
                <a16:creationId xmlns:a16="http://schemas.microsoft.com/office/drawing/2014/main" id="{218CFB64-2060-4D65-A2BF-F40F80CA84D2}"/>
              </a:ext>
            </a:extLst>
          </p:cNvPr>
          <p:cNvSpPr>
            <a:spLocks noChangeArrowheads="1"/>
          </p:cNvSpPr>
          <p:nvPr/>
        </p:nvSpPr>
        <p:spPr bwMode="auto">
          <a:xfrm>
            <a:off x="1145309" y="1741191"/>
            <a:ext cx="99013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Optum. (2023). </a:t>
            </a:r>
            <a:r>
              <a:rPr kumimoji="0" lang="en-US" altLang="en-US" sz="1800" b="0" i="1" u="none" strike="noStrike" cap="none" normalizeH="0" baseline="0" dirty="0">
                <a:ln>
                  <a:noFill/>
                </a:ln>
                <a:solidFill>
                  <a:schemeClr val="tx1"/>
                </a:solidFill>
                <a:effectLst/>
                <a:latin typeface="Arial" panose="020B0604020202020204" pitchFamily="34" charset="0"/>
              </a:rPr>
              <a:t>Transforming healthcare with data, analytics, and AI</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https://www.optum.com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56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1176</TotalTime>
  <Words>932</Words>
  <Application>Microsoft Office PowerPoint</Application>
  <PresentationFormat>Widescreen</PresentationFormat>
  <Paragraphs>89</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Symbol</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student</cp:lastModifiedBy>
  <cp:revision>121</cp:revision>
  <dcterms:created xsi:type="dcterms:W3CDTF">2025-07-08T05:06:56Z</dcterms:created>
  <dcterms:modified xsi:type="dcterms:W3CDTF">2026-01-28T06:44:51Z</dcterms:modified>
</cp:coreProperties>
</file>